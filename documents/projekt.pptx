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1" r:id="rId7"/>
    <p:sldId id="262" r:id="rId8"/>
    <p:sldId id="268" r:id="rId9"/>
    <p:sldId id="263" r:id="rId10"/>
    <p:sldId id="267" r:id="rId11"/>
    <p:sldId id="269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C3C4D6-A2A0-61E7-B7B4-8FE009775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AlphaCode – IQ teszt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F87687E-E913-6AB6-C5C4-D2545D42E8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Készítők: Giczi Dániel, Bartucz Gábor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42511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B47610-7542-F9C9-2B80-2968833F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A projektről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0F6523-D1DE-4102-8EEA-9EA0CC42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807053"/>
          </a:xfrm>
        </p:spPr>
        <p:txBody>
          <a:bodyPr>
            <a:normAutofit/>
          </a:bodyPr>
          <a:lstStyle/>
          <a:p>
            <a:r>
              <a:rPr lang="hu-HU" sz="2000" dirty="0">
                <a:solidFill>
                  <a:schemeClr val="tx1"/>
                </a:solidFill>
                <a:latin typeface="Mona Sans VF"/>
              </a:rPr>
              <a:t>A célunk egy játékos IQ teszt weboldal, amivel a felhasználók a tudásukat és logikai készségüket próbára teszik.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B7716B5A-1DC2-1426-E42C-C99008DAA367}"/>
              </a:ext>
            </a:extLst>
          </p:cNvPr>
          <p:cNvSpPr txBox="1">
            <a:spLocks/>
          </p:cNvSpPr>
          <p:nvPr/>
        </p:nvSpPr>
        <p:spPr>
          <a:xfrm>
            <a:off x="1295401" y="3632821"/>
            <a:ext cx="9694177" cy="261946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spcAft>
                <a:spcPts val="1200"/>
              </a:spcAft>
            </a:pPr>
            <a:r>
              <a:rPr lang="hu-HU" sz="2800" b="1" dirty="0">
                <a:solidFill>
                  <a:srgbClr val="1F2328"/>
                </a:solidFill>
                <a:latin typeface="Mona Sans VF"/>
              </a:rPr>
              <a:t>A munka megosztása:</a:t>
            </a: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rgbClr val="1F2328"/>
                </a:solidFill>
                <a:latin typeface="Mona Sans VF"/>
              </a:rPr>
              <a:t>Giczi Dániel a backend (</a:t>
            </a:r>
            <a:r>
              <a:rPr lang="hu-HU" sz="2000" dirty="0" err="1">
                <a:solidFill>
                  <a:srgbClr val="1F2328"/>
                </a:solidFill>
                <a:latin typeface="Mona Sans VF"/>
              </a:rPr>
              <a:t>js</a:t>
            </a:r>
            <a:r>
              <a:rPr lang="hu-HU" sz="2000" dirty="0">
                <a:solidFill>
                  <a:srgbClr val="1F2328"/>
                </a:solidFill>
                <a:latin typeface="Mona Sans VF"/>
              </a:rPr>
              <a:t>, php) részén dolgozott.</a:t>
            </a: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rgbClr val="1F2328"/>
                </a:solidFill>
                <a:latin typeface="Mona Sans VF"/>
              </a:rPr>
              <a:t>Bartucz Gábor a frontenden (</a:t>
            </a:r>
            <a:r>
              <a:rPr lang="hu-HU" sz="2000" dirty="0" err="1">
                <a:solidFill>
                  <a:srgbClr val="1F2328"/>
                </a:solidFill>
                <a:latin typeface="Mona Sans VF"/>
              </a:rPr>
              <a:t>html</a:t>
            </a:r>
            <a:r>
              <a:rPr lang="hu-HU" sz="2000" dirty="0">
                <a:solidFill>
                  <a:srgbClr val="1F2328"/>
                </a:solidFill>
                <a:latin typeface="Mona Sans VF"/>
              </a:rPr>
              <a:t>, </a:t>
            </a:r>
            <a:r>
              <a:rPr lang="hu-HU" sz="2000" dirty="0" err="1">
                <a:solidFill>
                  <a:srgbClr val="1F2328"/>
                </a:solidFill>
                <a:latin typeface="Mona Sans VF"/>
              </a:rPr>
              <a:t>css</a:t>
            </a:r>
            <a:r>
              <a:rPr lang="hu-HU" sz="2000" dirty="0">
                <a:solidFill>
                  <a:srgbClr val="1F2328"/>
                </a:solidFill>
                <a:latin typeface="Mona Sans VF"/>
              </a:rPr>
              <a:t>) dolgozott eközben.</a:t>
            </a: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rgbClr val="1F2328"/>
                </a:solidFill>
                <a:latin typeface="Mona Sans VF"/>
              </a:rPr>
              <a:t>Az adatbázison és a dokumentumokon együtt dolgoztunk.</a:t>
            </a:r>
          </a:p>
        </p:txBody>
      </p:sp>
    </p:spTree>
    <p:extLst>
      <p:ext uri="{BB962C8B-B14F-4D97-AF65-F5344CB8AC3E}">
        <p14:creationId xmlns:p14="http://schemas.microsoft.com/office/powerpoint/2010/main" val="4043552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42B431-49B9-93A4-B4BD-56E92659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A weboldal használata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9A5A91-9265-C820-24F0-198E7475B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hu-HU" sz="2000" b="0" i="0" dirty="0">
                <a:solidFill>
                  <a:srgbClr val="1F2328"/>
                </a:solidFill>
                <a:effectLst/>
                <a:latin typeface="Mona Sans VF"/>
              </a:rPr>
              <a:t>A weboldal megnyitása után egy kezdőlap látható.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hu-HU" sz="2000" b="0" i="0" dirty="0">
                <a:solidFill>
                  <a:srgbClr val="1F2328"/>
                </a:solidFill>
                <a:effectLst/>
                <a:latin typeface="Mona Sans VF"/>
              </a:rPr>
              <a:t>Ebben a menüben a "Kezdés" gombbal lehet kezdeni a kvízt.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hu-HU" sz="2000" b="0" i="0" dirty="0">
                <a:solidFill>
                  <a:srgbClr val="1F2328"/>
                </a:solidFill>
                <a:effectLst/>
                <a:latin typeface="Mona Sans VF"/>
              </a:rPr>
              <a:t>A kvíz tetszőleges számú kérdésből állhat, a felhasználó által kiválasztott beállítás alapján.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hu-HU" sz="2000" b="0" i="0" dirty="0">
                <a:solidFill>
                  <a:srgbClr val="1F2328"/>
                </a:solidFill>
                <a:effectLst/>
                <a:latin typeface="Mona Sans VF"/>
              </a:rPr>
              <a:t>Minden kérdéshez három válasz van megadva, ezekből mindig csak egy helyes.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rgbClr val="1F2328"/>
                </a:solidFill>
                <a:latin typeface="Mona Sans VF"/>
              </a:rPr>
              <a:t>A kvíz kitöltése után az eredmény lesz látható.</a:t>
            </a:r>
            <a:endParaRPr lang="hu-HU" sz="200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212628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42B431-49B9-93A4-B4BD-56E92659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A kérdések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9A5A91-9265-C820-24F0-198E7475B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hu-HU" sz="2000" b="0" i="0" dirty="0">
                <a:solidFill>
                  <a:srgbClr val="1F2328"/>
                </a:solidFill>
                <a:effectLst/>
                <a:latin typeface="Mona Sans VF"/>
              </a:rPr>
              <a:t>A kérdések nincsenek kategóriákra bontva, mindenféle kérdés van, hogy a felhasználó széleskörű tudását leteszteljék.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CC10831-9E60-C963-7F20-E1763DA1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93" y="3434808"/>
            <a:ext cx="8221212" cy="244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17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2F519-3E0E-A4E8-DC20-2466B5FB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Hardver követelmény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24E3F9-A2EE-5D23-66DE-4439FDD8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000" b="0" i="0" dirty="0">
                <a:solidFill>
                  <a:srgbClr val="1F2328"/>
                </a:solidFill>
                <a:effectLst/>
                <a:latin typeface="Mona Sans VF"/>
              </a:rPr>
              <a:t>Bármely számítógép, ami egy modern webes böngésző futtatására képes elég. A weboldal nem tartalmaz hardverigényes kódot.</a:t>
            </a:r>
          </a:p>
        </p:txBody>
      </p:sp>
      <p:pic>
        <p:nvPicPr>
          <p:cNvPr id="1028" name="Picture 4" descr="Desktop computer icon">
            <a:extLst>
              <a:ext uri="{FF2B5EF4-FFF2-40B4-BE49-F238E27FC236}">
                <a16:creationId xmlns:a16="http://schemas.microsoft.com/office/drawing/2014/main" id="{D7689033-89C6-980E-2767-900D947FB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049" y="3856838"/>
            <a:ext cx="1756445" cy="175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Google Chrome Brand Icon">
            <a:extLst>
              <a:ext uri="{FF2B5EF4-FFF2-40B4-BE49-F238E27FC236}">
                <a16:creationId xmlns:a16="http://schemas.microsoft.com/office/drawing/2014/main" id="{FA9A0937-9FC1-7358-8CFE-36A5A1439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156" y="4122487"/>
            <a:ext cx="1490796" cy="14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54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2F519-3E0E-A4E8-DC20-2466B5FB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Szoftver követelmény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24E3F9-A2EE-5D23-66DE-4439FDD8F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3981274" cy="3318936"/>
          </a:xfrm>
        </p:spPr>
        <p:txBody>
          <a:bodyPr>
            <a:normAutofit/>
          </a:bodyPr>
          <a:lstStyle/>
          <a:p>
            <a:r>
              <a:rPr lang="hu-HU" sz="2000" b="0" i="0" dirty="0">
                <a:solidFill>
                  <a:srgbClr val="1F2328"/>
                </a:solidFill>
                <a:effectLst/>
                <a:latin typeface="Mona Sans VF"/>
              </a:rPr>
              <a:t>Modern webes böngésző, annak elfuttatására képes operációs rendszer. Továbbá internet elérés szükséges.</a:t>
            </a:r>
          </a:p>
        </p:txBody>
      </p:sp>
      <p:pic>
        <p:nvPicPr>
          <p:cNvPr id="2052" name="Picture 4" descr="Free Wifi Signal Network Icon">
            <a:extLst>
              <a:ext uri="{FF2B5EF4-FFF2-40B4-BE49-F238E27FC236}">
                <a16:creationId xmlns:a16="http://schemas.microsoft.com/office/drawing/2014/main" id="{3D0305DD-6E3D-8B74-DE35-AB8BDD226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659" y="4647501"/>
            <a:ext cx="1092404" cy="109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2DC8192C-232F-9D01-AFA3-EF8C21932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472" y="2634834"/>
            <a:ext cx="5520126" cy="310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99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2F519-3E0E-A4E8-DC20-2466B5FB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Fejlesztői leírás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24E3F9-A2EE-5D23-66DE-4439FDD8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000" b="0" i="0" dirty="0">
                <a:solidFill>
                  <a:srgbClr val="1F2328"/>
                </a:solidFill>
                <a:effectLst/>
                <a:latin typeface="Mona Sans VF"/>
              </a:rPr>
              <a:t>Használt nyelvek:   </a:t>
            </a:r>
          </a:p>
          <a:p>
            <a:pPr lvl="1"/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HTML 5</a:t>
            </a:r>
          </a:p>
          <a:p>
            <a:pPr lvl="1"/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CSS</a:t>
            </a:r>
          </a:p>
          <a:p>
            <a:pPr lvl="1"/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JavaScript</a:t>
            </a:r>
          </a:p>
          <a:p>
            <a:pPr lvl="1"/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SQL</a:t>
            </a:r>
          </a:p>
          <a:p>
            <a:pPr lvl="1"/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PHP</a:t>
            </a:r>
          </a:p>
        </p:txBody>
      </p:sp>
      <p:pic>
        <p:nvPicPr>
          <p:cNvPr id="3074" name="Picture 2" descr="HTML5 CSS3 JS icon set. Web development logo icon set of html, css and javascript, programming symbol">
            <a:extLst>
              <a:ext uri="{FF2B5EF4-FFF2-40B4-BE49-F238E27FC236}">
                <a16:creationId xmlns:a16="http://schemas.microsoft.com/office/drawing/2014/main" id="{09553EC9-403F-529E-AEB4-CF6785CE9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841" y="2624044"/>
            <a:ext cx="3777756" cy="211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white rectangular object with the text SQL and blue cloud icons">
            <a:extLst>
              <a:ext uri="{FF2B5EF4-FFF2-40B4-BE49-F238E27FC236}">
                <a16:creationId xmlns:a16="http://schemas.microsoft.com/office/drawing/2014/main" id="{EFEB07D5-BFC2-EE61-6964-18CAEB249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386" y="3523376"/>
            <a:ext cx="2861986" cy="188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269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2F519-3E0E-A4E8-DC20-2466B5FB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A weboldal működése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24E3F9-A2EE-5D23-66DE-4439FDD8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A weboldal megjeleníti a kezdőoldalt, majd miután a felhasználó rányomott a start gombra, lekérdezi az adatbázisból a kérdéseket, a válaszokkal együtt. Ha nem sikerül a lekérdezés, egy hibaüzenet jelenik meg a konzolon a hiba szövegével. </a:t>
            </a:r>
          </a:p>
          <a:p>
            <a:r>
              <a:rPr lang="hu-HU" sz="1600" dirty="0">
                <a:solidFill>
                  <a:srgbClr val="1F2328"/>
                </a:solidFill>
                <a:latin typeface="Mona Sans VF"/>
              </a:rPr>
              <a:t>E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zután a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javascript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 kód átveszi, eltárolja a kérdéseket egy változóban és kiválaszt egy kérdést a lekérdezettek közül véletlenszerűen. Ezután megjeleníti azt az oldalon, a lehetséges válaszokkal együtt. </a:t>
            </a:r>
          </a:p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A folyamat során biztosra mentünk hogy ezek az adatok ne globális változókban legyenek, így a konzolról nem lehet őket elérni. Miután a felhasználó rányomott egy gombra, megnézi hogy helyes-e és aszerint halad tovább. Majd újra kiválaszt egy kérdést és ez a folyamat ismétlődik.</a:t>
            </a:r>
          </a:p>
        </p:txBody>
      </p:sp>
    </p:spTree>
    <p:extLst>
      <p:ext uri="{BB962C8B-B14F-4D97-AF65-F5344CB8AC3E}">
        <p14:creationId xmlns:p14="http://schemas.microsoft.com/office/powerpoint/2010/main" val="291855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2F519-3E0E-A4E8-DC20-2466B5FB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Használt alkalmazások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24E3F9-A2EE-5D23-66DE-4439FDD8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A kód megírásához Visual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Studio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Code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-ot használtunk.</a:t>
            </a:r>
          </a:p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A teszteléshez Google Chrome-ot és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Apache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 webszervert.</a:t>
            </a:r>
          </a:p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A logó megtervezéséhez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Canva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 volt használva.</a:t>
            </a:r>
          </a:p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A dokumentációhoz elkészítéséhez Microsoft Word-öt és egy Online Markdown tesztelőt.</a:t>
            </a:r>
          </a:p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A fájlok megosztására és publikálására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Github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-ot.</a:t>
            </a:r>
          </a:p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Az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MySQL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 használatához és az adatbázis teszteléséhez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phpMyAdmin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.</a:t>
            </a:r>
          </a:p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Az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Apache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 és a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phpMyAdmin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 kezelésében segített a </a:t>
            </a:r>
            <a:r>
              <a:rPr lang="hu-HU" sz="1600" b="0" i="0" dirty="0" err="1">
                <a:solidFill>
                  <a:srgbClr val="1F2328"/>
                </a:solidFill>
                <a:effectLst/>
                <a:latin typeface="Mona Sans VF"/>
              </a:rPr>
              <a:t>xampp</a:t>
            </a:r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761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2F519-3E0E-A4E8-DC20-2466B5FB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Miért ezt választottuk?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24E3F9-A2EE-5D23-66DE-4439FDD8F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773336"/>
            <a:ext cx="3360489" cy="3318936"/>
          </a:xfrm>
        </p:spPr>
        <p:txBody>
          <a:bodyPr>
            <a:normAutofit/>
          </a:bodyPr>
          <a:lstStyle/>
          <a:p>
            <a:r>
              <a:rPr lang="hu-HU" sz="1600" b="0" i="0" dirty="0">
                <a:solidFill>
                  <a:srgbClr val="1F2328"/>
                </a:solidFill>
                <a:effectLst/>
                <a:latin typeface="Mona Sans VF"/>
              </a:rPr>
              <a:t>Szerettünk volna egy érdekes és kihívást jelentő kvíz készíteni. Kevés olyan kvíz van amiben nincsenek témára bontott kérdések és a mi célunk egy nem átlagos, a hétköznapi életben ritkán előbukkanó kérdésekből összeállított teszt.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E67E261-E35F-E1C0-245A-DB3D01B83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450" y="2769916"/>
            <a:ext cx="6199688" cy="308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335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2F519-3E0E-A4E8-DC20-2466B5FB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i="0" dirty="0">
                <a:solidFill>
                  <a:srgbClr val="1F2328"/>
                </a:solidFill>
                <a:effectLst/>
                <a:latin typeface="Mona Sans VF"/>
              </a:rPr>
              <a:t>A weboldal kinézete</a:t>
            </a:r>
            <a:endParaRPr lang="hu-H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76BE2A-2A76-6EC4-255F-2C0340EC9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52" y="2583811"/>
            <a:ext cx="4936455" cy="277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1F57C87E-84D8-E823-CC8C-BB5878718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309" y="2583810"/>
            <a:ext cx="5653628" cy="277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39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84D252-419A-E64F-E9BC-73092128DE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latin typeface="Mona Sans VF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1557474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51</TotalTime>
  <Words>428</Words>
  <Application>Microsoft Office PowerPoint</Application>
  <PresentationFormat>Szélesvásznú</PresentationFormat>
  <Paragraphs>43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Garamond</vt:lpstr>
      <vt:lpstr>Mona Sans VF</vt:lpstr>
      <vt:lpstr>Organikus</vt:lpstr>
      <vt:lpstr>AlphaCode – IQ teszt</vt:lpstr>
      <vt:lpstr>A projektről</vt:lpstr>
      <vt:lpstr>A weboldal használata</vt:lpstr>
      <vt:lpstr>A kérdések</vt:lpstr>
      <vt:lpstr>Hardver követelmény</vt:lpstr>
      <vt:lpstr>Szoftver követelmény</vt:lpstr>
      <vt:lpstr>Fejlesztői leírás</vt:lpstr>
      <vt:lpstr>A weboldal működése</vt:lpstr>
      <vt:lpstr>Használt alkalmazások</vt:lpstr>
      <vt:lpstr>Miért ezt választottuk?</vt:lpstr>
      <vt:lpstr>A weboldal kinézete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AlphaCode – IQ teszt</dc:title>
  <dc:creator>Tanulo</dc:creator>
  <cp:lastModifiedBy>Tanulo</cp:lastModifiedBy>
  <cp:revision>3</cp:revision>
  <dcterms:created xsi:type="dcterms:W3CDTF">2026-04-20T08:01:27Z</dcterms:created>
  <dcterms:modified xsi:type="dcterms:W3CDTF">2026-04-20T12:37:56Z</dcterms:modified>
</cp:coreProperties>
</file>