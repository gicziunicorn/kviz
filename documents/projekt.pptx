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1" r:id="rId7"/>
    <p:sldId id="262" r:id="rId8"/>
    <p:sldId id="268" r:id="rId9"/>
    <p:sldId id="263" r:id="rId10"/>
    <p:sldId id="267" r:id="rId11"/>
    <p:sldId id="269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C3C4D6-A2A0-61E7-B7B4-8FE0097751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AlphaCode – IQ teszt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F87687E-E913-6AB6-C5C4-D2545D42E8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Készítők: Giczi Dániel, Bartucz Gábor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42511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47610-7542-F9C9-2B80-2968833F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 projektről: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0F6523-D1DE-4102-8EEA-9EA0CC420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000" dirty="0">
                <a:solidFill>
                  <a:schemeClr val="tx1"/>
                </a:solidFill>
                <a:latin typeface="Mona Sans VF"/>
              </a:rPr>
              <a:t>A célunk egy játékos IQ teszt weboldal, amivel a felhasználók a tudásukat és logikai készségüket próbára teszik.</a:t>
            </a:r>
          </a:p>
        </p:txBody>
      </p:sp>
    </p:spTree>
    <p:extLst>
      <p:ext uri="{BB962C8B-B14F-4D97-AF65-F5344CB8AC3E}">
        <p14:creationId xmlns:p14="http://schemas.microsoft.com/office/powerpoint/2010/main" val="4043552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42B431-49B9-93A4-B4BD-56E926593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 weboldal használata: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9A5A91-9265-C820-24F0-198E7475B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A weboldal megnyitása után egy kezdőlap látható.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Ebben a menüben a "Kezdés" gombbal lehet kezdeni a kvízt.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A kvíz tetszőleges számú kérdésből állhat, a felhasználó által kiválasztott beállítás alapján.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Minden kérdéshez három válasz van megadva, ezekből mindig csak egy helyes.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u-HU" sz="2000" dirty="0">
                <a:solidFill>
                  <a:srgbClr val="1F2328"/>
                </a:solidFill>
                <a:latin typeface="Mona Sans VF"/>
              </a:rPr>
              <a:t>A kvíz kitöltése után az eredmény lesz látható.</a:t>
            </a:r>
            <a:endParaRPr lang="hu-HU" sz="2000" b="0" i="0" dirty="0">
              <a:solidFill>
                <a:srgbClr val="1F2328"/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126288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42B431-49B9-93A4-B4BD-56E926593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 kérdések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9A5A91-9265-C820-24F0-198E7475B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A kérdések nincsenek kategóriákra bontva, mindenféle kérdés van, hogy a felhasználó széleskörű tudását leteszteljék.</a:t>
            </a:r>
          </a:p>
        </p:txBody>
      </p:sp>
    </p:spTree>
    <p:extLst>
      <p:ext uri="{BB962C8B-B14F-4D97-AF65-F5344CB8AC3E}">
        <p14:creationId xmlns:p14="http://schemas.microsoft.com/office/powerpoint/2010/main" val="2940017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Hardver követelmény: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Bármely számítógép, ami egy modern webes böngésző futtatására képes elég. A weboldal nem tartalmaz hardverigényes kódot.</a:t>
            </a:r>
          </a:p>
        </p:txBody>
      </p:sp>
    </p:spTree>
    <p:extLst>
      <p:ext uri="{BB962C8B-B14F-4D97-AF65-F5344CB8AC3E}">
        <p14:creationId xmlns:p14="http://schemas.microsoft.com/office/powerpoint/2010/main" val="175154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Szoftver követelmény: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Modern webes böngésző, annak elfuttatására képes operációs rendszer. Továbbá internet elérés szükséges.</a:t>
            </a:r>
          </a:p>
        </p:txBody>
      </p:sp>
    </p:spTree>
    <p:extLst>
      <p:ext uri="{BB962C8B-B14F-4D97-AF65-F5344CB8AC3E}">
        <p14:creationId xmlns:p14="http://schemas.microsoft.com/office/powerpoint/2010/main" val="136399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Fejlesztői leírás: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000" b="0" i="0" dirty="0">
                <a:solidFill>
                  <a:srgbClr val="1F2328"/>
                </a:solidFill>
                <a:effectLst/>
                <a:latin typeface="Mona Sans VF"/>
              </a:rPr>
              <a:t>Használt nyelvek:   </a:t>
            </a:r>
          </a:p>
          <a:p>
            <a:pPr lvl="1"/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HTML 5</a:t>
            </a:r>
          </a:p>
          <a:p>
            <a:pPr lvl="1"/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CSS</a:t>
            </a:r>
          </a:p>
          <a:p>
            <a:pPr lvl="1"/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JavaScript</a:t>
            </a:r>
          </a:p>
          <a:p>
            <a:pPr lvl="1"/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SQL</a:t>
            </a:r>
          </a:p>
          <a:p>
            <a:pPr lvl="1"/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PHP</a:t>
            </a:r>
          </a:p>
        </p:txBody>
      </p:sp>
    </p:spTree>
    <p:extLst>
      <p:ext uri="{BB962C8B-B14F-4D97-AF65-F5344CB8AC3E}">
        <p14:creationId xmlns:p14="http://schemas.microsoft.com/office/powerpoint/2010/main" val="4291269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 weboldal működése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weboldal megjeleníti a kezdőoldalt, majd miután a felhasználó rányomott a start gombra, lekérdezi az adatbázisból a kérdéseket, a válaszokkal együtt. Ha nem sikerül a lekérdezés, egy hibaüzenet jelenik meg a konzolon a hiba szövegével. </a:t>
            </a:r>
          </a:p>
          <a:p>
            <a:r>
              <a:rPr lang="hu-HU" sz="1600" dirty="0">
                <a:solidFill>
                  <a:srgbClr val="1F2328"/>
                </a:solidFill>
                <a:latin typeface="Mona Sans VF"/>
              </a:rPr>
              <a:t>E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zután a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javascript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kód átveszi, eltárolja a kérdéseket egy változóban és kiválaszt egy kérdést a lekérdezettek közül véletlenszerűen. Ezután megjeleníti azt az oldalon, a lehetséges válaszokkal együtt. 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folyamat során biztosra mentünk hogy ezek az adatok ne globális változókban legyenek, így a konzolról nem lehet őket elérni. Miután a felhasználó rányomott egy gombra, megnézi hogy helyes-e és aszerint halad tovább. Majd újra kiválaszt egy kérdést és ez a folyamat ismétlődik.</a:t>
            </a:r>
          </a:p>
        </p:txBody>
      </p:sp>
    </p:spTree>
    <p:extLst>
      <p:ext uri="{BB962C8B-B14F-4D97-AF65-F5344CB8AC3E}">
        <p14:creationId xmlns:p14="http://schemas.microsoft.com/office/powerpoint/2010/main" val="2918557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Használt alkalmazások: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kód megírásához Visual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Studio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Code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-ot használtunk.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teszteléshez Google Chrome-ot és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Apache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webszervert.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logó megtervezéséhez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Canva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volt használva.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dokumentációhoz elkészítéséhez Microsoft Word-öt és egy Online Markdown tesztelőt.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 fájlok megosztására és publikálására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Github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-ot.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Az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MySQL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használatához és az adatbázis teszteléséhez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phpMyAdmin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Az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Apache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és a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phpMyAdmin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 kezelésében segített a </a:t>
            </a:r>
            <a:r>
              <a:rPr lang="hu-HU" sz="1600" b="0" i="0" dirty="0" err="1">
                <a:solidFill>
                  <a:srgbClr val="1F2328"/>
                </a:solidFill>
                <a:effectLst/>
                <a:latin typeface="Mona Sans VF"/>
              </a:rPr>
              <a:t>xampp</a:t>
            </a:r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761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Miért ezt választottuk?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24E3F9-A2EE-5D23-66DE-4439FDD8F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b="0" i="0" dirty="0">
                <a:solidFill>
                  <a:srgbClr val="1F2328"/>
                </a:solidFill>
                <a:effectLst/>
                <a:latin typeface="Mona Sans VF"/>
              </a:rPr>
              <a:t>Szerettünk volna egy érdekes és kihívást jelentő kvíz készíteni. Kevés olyan kvíz van amiben nincsenek témára bontott kérdések és a mi célunk egy nem átlagos, a hétköznapi életben ritkán előbukkanó kérdésekből összeállított teszt.</a:t>
            </a:r>
          </a:p>
        </p:txBody>
      </p:sp>
    </p:spTree>
    <p:extLst>
      <p:ext uri="{BB962C8B-B14F-4D97-AF65-F5344CB8AC3E}">
        <p14:creationId xmlns:p14="http://schemas.microsoft.com/office/powerpoint/2010/main" val="4223335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F519-3E0E-A4E8-DC20-2466B5FB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i="0" dirty="0">
                <a:solidFill>
                  <a:srgbClr val="1F2328"/>
                </a:solidFill>
                <a:effectLst/>
                <a:latin typeface="Mona Sans VF"/>
              </a:rPr>
              <a:t>A weboldal kinézete</a:t>
            </a:r>
            <a:endParaRPr lang="hu-H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F50B3D-C51D-09D7-FE14-6A15F12E5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09" y="2752121"/>
            <a:ext cx="5266579" cy="2616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8EE759B-D9C6-C4C3-B0E2-875375A12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9325" y="2752121"/>
            <a:ext cx="5288756" cy="2616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398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84D252-419A-E64F-E9BC-73092128DE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latin typeface="Mona Sans VF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5574749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30</TotalTime>
  <Words>398</Words>
  <Application>Microsoft Office PowerPoint</Application>
  <PresentationFormat>Szélesvásznú</PresentationFormat>
  <Paragraphs>39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Garamond</vt:lpstr>
      <vt:lpstr>Mona Sans VF</vt:lpstr>
      <vt:lpstr>Organikus</vt:lpstr>
      <vt:lpstr>AlphaCode – IQ teszt</vt:lpstr>
      <vt:lpstr>A projektről:</vt:lpstr>
      <vt:lpstr>A weboldal használata:</vt:lpstr>
      <vt:lpstr>A kérdések</vt:lpstr>
      <vt:lpstr>Hardver követelmény:</vt:lpstr>
      <vt:lpstr>Szoftver követelmény:</vt:lpstr>
      <vt:lpstr>Fejlesztői leírás:</vt:lpstr>
      <vt:lpstr>A weboldal működése</vt:lpstr>
      <vt:lpstr>Használt alkalmazások:</vt:lpstr>
      <vt:lpstr>Miért ezt választottuk?</vt:lpstr>
      <vt:lpstr>A weboldal kinézete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AlphaCode – IQ teszt</dc:title>
  <dc:creator>Tanulo</dc:creator>
  <cp:lastModifiedBy>Tanulo</cp:lastModifiedBy>
  <cp:revision>1</cp:revision>
  <dcterms:created xsi:type="dcterms:W3CDTF">2026-04-20T08:01:27Z</dcterms:created>
  <dcterms:modified xsi:type="dcterms:W3CDTF">2026-04-20T08:32:23Z</dcterms:modified>
</cp:coreProperties>
</file>